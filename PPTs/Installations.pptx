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4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9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32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6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06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1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9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15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2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4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00480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0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Training Development 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Windows &amp; macOS</a:t>
            </a:r>
          </a:p>
          <a:p>
            <a:pPr>
              <a:defRPr sz="2200"/>
            </a:pPr>
            <a:r>
              <a:t>A step-by-step installation and verification guide for learners</a:t>
            </a:r>
          </a:p>
          <a:p>
            <a:pPr>
              <a:defRPr sz="2200"/>
            </a:pPr>
            <a:r>
              <a:t>Goal: check existing installations first, then install only what is missing.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Recommended Installation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3088" indent="0">
              <a:buNone/>
              <a:defRPr sz="2200"/>
            </a:pPr>
            <a:r>
              <a:rPr dirty="0"/>
              <a:t>1. Python</a:t>
            </a:r>
          </a:p>
          <a:p>
            <a:pPr marL="573088" indent="0">
              <a:buNone/>
              <a:defRPr sz="2200"/>
            </a:pPr>
            <a:r>
              <a:rPr dirty="0"/>
              <a:t>2. Git</a:t>
            </a:r>
          </a:p>
          <a:p>
            <a:pPr marL="573088" indent="0">
              <a:buNone/>
              <a:defRPr sz="2200"/>
            </a:pPr>
            <a:r>
              <a:rPr dirty="0"/>
              <a:t>3. GitHub Desktop</a:t>
            </a:r>
          </a:p>
          <a:p>
            <a:pPr marL="573088" indent="0">
              <a:buNone/>
              <a:defRPr sz="2200"/>
            </a:pPr>
            <a:r>
              <a:rPr dirty="0"/>
              <a:t>4. Visual Studio Code</a:t>
            </a:r>
          </a:p>
          <a:p>
            <a:pPr marL="573088" indent="0">
              <a:buNone/>
              <a:defRPr sz="2200"/>
            </a:pPr>
            <a:r>
              <a:rPr dirty="0"/>
              <a:t>5. MongoDB Community Server</a:t>
            </a:r>
          </a:p>
          <a:p>
            <a:pPr marL="573088" indent="0">
              <a:buNone/>
              <a:defRPr sz="2200"/>
            </a:pPr>
            <a:r>
              <a:rPr dirty="0"/>
              <a:t>6. MongoDB Shell (</a:t>
            </a:r>
            <a:r>
              <a:rPr dirty="0" err="1"/>
              <a:t>mongosh</a:t>
            </a:r>
            <a:r>
              <a:rPr dirty="0"/>
              <a:t>)</a:t>
            </a:r>
          </a:p>
          <a:p>
            <a:pPr marL="573088" indent="0">
              <a:buNone/>
              <a:defRPr sz="2200"/>
            </a:pPr>
            <a:r>
              <a:rPr dirty="0"/>
              <a:t>7. MongoDB Compass</a:t>
            </a:r>
          </a:p>
          <a:p>
            <a:pPr marL="573088" indent="0">
              <a:buNone/>
              <a:defRPr sz="2200"/>
            </a:pPr>
            <a:r>
              <a:rPr dirty="0"/>
              <a:t>8. Final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Core Principle: Check Before Installing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Do not install software randomly or reinstall tools that are already available.</a:t>
            </a:r>
          </a:p>
          <a:p>
            <a:pPr>
              <a:defRPr sz="2200"/>
            </a:pPr>
            <a:r>
              <a:t>Start with a version or application check.</a:t>
            </a:r>
          </a:p>
          <a:p>
            <a:pPr>
              <a:defRPr sz="2200"/>
            </a:pPr>
            <a:r>
              <a:t>If the tool is present and working, keep the existing installation.</a:t>
            </a:r>
          </a:p>
          <a:p>
            <a:pPr>
              <a:defRPr sz="2200"/>
            </a:pPr>
            <a:r>
              <a:t>Install only when the verification step shows that the tool is unavailable.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Windows vs macOS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Windows commonly uses Command Prompt, PowerShell, Start Menu, and Installed Apps.</a:t>
            </a:r>
          </a:p>
          <a:p>
            <a:pPr>
              <a:defRPr sz="2200"/>
            </a:pPr>
            <a:r>
              <a:t>macOS commonly uses Terminal, Finder → Applications, and Spotlight.</a:t>
            </a:r>
          </a:p>
          <a:p>
            <a:pPr>
              <a:defRPr sz="2200"/>
            </a:pPr>
            <a:r>
              <a:t>The same development environment can be verified on both platforms using platform-appropriate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1. Python — Why It Comes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is a programming-language/runtime dependency for the development environment.</a:t>
            </a:r>
          </a:p>
          <a:p>
            <a:pPr>
              <a:defRPr sz="2200"/>
            </a:pPr>
            <a:r>
              <a:t>Verify Python before installing other development tools.</a:t>
            </a:r>
          </a:p>
          <a:p>
            <a:pPr>
              <a:defRPr sz="2200"/>
            </a:pPr>
            <a:r>
              <a:t>Use the appropriate command for the operating system.</a:t>
            </a:r>
          </a:p>
          <a:p>
            <a:pPr>
              <a:defRPr sz="2200"/>
            </a:pPr>
            <a:r>
              <a:t>If Python is already installed and usable, do not reinstall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Python — Windows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Command Prompt or PowerShell.</a:t>
            </a:r>
          </a:p>
          <a:p>
            <a:pPr>
              <a:defRPr sz="2200"/>
            </a:pPr>
            <a:r>
              <a:t>Check with: python --version</a:t>
            </a:r>
          </a:p>
          <a:p>
            <a:pPr>
              <a:defRPr sz="2200"/>
            </a:pPr>
            <a:r>
              <a:t>Also try: py --version</a:t>
            </a:r>
          </a:p>
          <a:p>
            <a:pPr>
              <a:defRPr sz="2200"/>
            </a:pPr>
            <a:r>
              <a:t>If either command reports a Python version, Python is available.</a:t>
            </a:r>
          </a:p>
          <a:p>
            <a:pPr>
              <a:defRPr sz="2200"/>
            </a:pPr>
            <a:r>
              <a:t>If python does not work but py works, Python is still installed.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Python — Windows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If neither verification command works, download Python from the official Windows page.</a:t>
            </a:r>
          </a:p>
          <a:p>
            <a:pPr>
              <a:defRPr sz="2200"/>
            </a:pPr>
            <a:r>
              <a:t>During installation, enable the option to add Python to PATH when it is offered.</a:t>
            </a:r>
          </a:p>
          <a:p>
            <a:pPr>
              <a:defRPr sz="2200"/>
            </a:pPr>
            <a:r>
              <a:t>After installation, open a new terminal and verify the version again.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Python — macOS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Terminal.</a:t>
            </a:r>
          </a:p>
          <a:p>
            <a:pPr>
              <a:defRPr sz="2200"/>
            </a:pPr>
            <a:r>
              <a:t>Check with: python3 --version</a:t>
            </a:r>
          </a:p>
          <a:p>
            <a:pPr>
              <a:defRPr sz="2200"/>
            </a:pPr>
            <a:r>
              <a:t>A Python 3.x.x version indicates that Python is available.</a:t>
            </a:r>
          </a:p>
          <a:p>
            <a:pPr>
              <a:defRPr sz="2200"/>
            </a:pPr>
            <a:r>
              <a:t>If Python is unavailable, use the official Python macOS installer.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2. Git — Role in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Git is the underlying version-control tool.</a:t>
            </a:r>
          </a:p>
          <a:p>
            <a:pPr>
              <a:defRPr sz="2200"/>
            </a:pPr>
            <a:r>
              <a:t>Git should be checked before GitHub Desktop.</a:t>
            </a:r>
          </a:p>
          <a:p>
            <a:pPr>
              <a:defRPr sz="2200"/>
            </a:pPr>
            <a:r>
              <a:t>GitHub Desktop provides a graphical interface for Git workflows, but Git itself is the underlying tool.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Git — Windows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Command Prompt or PowerShell.</a:t>
            </a:r>
          </a:p>
          <a:p>
            <a:pPr>
              <a:defRPr sz="2200"/>
            </a:pPr>
            <a:r>
              <a:t>Run: git --version</a:t>
            </a:r>
          </a:p>
          <a:p>
            <a:pPr>
              <a:defRPr sz="2200"/>
            </a:pPr>
            <a:r>
              <a:t>If a version appears, Git is already installed.</a:t>
            </a:r>
          </a:p>
          <a:p>
            <a:pPr>
              <a:defRPr sz="2200"/>
            </a:pPr>
            <a:r>
              <a:t>Do not reinstall Git when the existing installation is working.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Git — Windows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If Git is unavailable, use the official Git for Windows installation page.</a:t>
            </a:r>
          </a:p>
          <a:p>
            <a:pPr>
              <a:defRPr sz="2200"/>
            </a:pPr>
            <a:r>
              <a:t>Complete the installer using the normal installation flow.</a:t>
            </a:r>
          </a:p>
          <a:p>
            <a:pPr>
              <a:defRPr sz="2200"/>
            </a:pPr>
            <a:r>
              <a:t>Open a new terminal and verify with git --version.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Git — macOS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Terminal.</a:t>
            </a:r>
          </a:p>
          <a:p>
            <a:pPr>
              <a:defRPr sz="2200"/>
            </a:pPr>
            <a:r>
              <a:t>Run: git --version</a:t>
            </a:r>
          </a:p>
          <a:p>
            <a:pPr>
              <a:defRPr sz="2200"/>
            </a:pPr>
            <a:r>
              <a:t>If Git is not installed, macOS may offer Apple's Command Line Developer Tools.</a:t>
            </a:r>
          </a:p>
          <a:p>
            <a:pPr>
              <a:defRPr sz="2200"/>
            </a:pPr>
            <a:r>
              <a:t>The official Git installation page is also available for macOS.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3. GitHub Desktop —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GitHub Desktop is optional from Git's perspective.</a:t>
            </a:r>
          </a:p>
          <a:p>
            <a:pPr>
              <a:defRPr sz="2200"/>
            </a:pPr>
            <a:r>
              <a:t>Git is still the underlying command-line version-control tool.</a:t>
            </a:r>
          </a:p>
          <a:p>
            <a:pPr>
              <a:defRPr sz="2200"/>
            </a:pPr>
            <a:r>
              <a:t>Install GitHub Desktop when the course or workflow specifically requires its graphical interface.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GitHub Desktop — Windows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Start → search for GitHub Desktop.</a:t>
            </a:r>
          </a:p>
          <a:p>
            <a:pPr>
              <a:defRPr sz="2200"/>
            </a:pPr>
            <a:r>
              <a:t>Alternatively, check Settings → Apps → Installed apps.</a:t>
            </a:r>
          </a:p>
          <a:p>
            <a:pPr>
              <a:defRPr sz="2200"/>
            </a:pPr>
            <a:r>
              <a:t>If GitHub Desktop opens, it is already installed.</a:t>
            </a:r>
          </a:p>
          <a:p>
            <a:pPr>
              <a:defRPr sz="2200"/>
            </a:pPr>
            <a:r>
              <a:t>Do not install it again when it is already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GitHub Desktop — macOS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Finder → Applications and look for GitHub Desktop.app.</a:t>
            </a:r>
          </a:p>
          <a:p>
            <a:pPr>
              <a:defRPr sz="2200"/>
            </a:pPr>
            <a:r>
              <a:t>Alternatively, use Command + Space and search for GitHub Desktop.</a:t>
            </a:r>
          </a:p>
          <a:p>
            <a:pPr>
              <a:defRPr sz="2200"/>
            </a:pPr>
            <a:r>
              <a:t>If it opens, keep the existing installation.</a:t>
            </a:r>
          </a:p>
          <a:p>
            <a:pPr>
              <a:defRPr sz="2200"/>
            </a:pPr>
            <a:r>
              <a:t>Otherwise, use the official macOS download.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4. Visual Studio Code —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Visual Studio Code is the recommended code editor in the environment.</a:t>
            </a:r>
          </a:p>
          <a:p>
            <a:pPr>
              <a:defRPr sz="2200"/>
            </a:pPr>
            <a:r>
              <a:t>It can be verified either through the graphical application or the command line.</a:t>
            </a:r>
          </a:p>
          <a:p>
            <a:pPr>
              <a:defRPr sz="2200"/>
            </a:pPr>
            <a:r>
              <a:t>Use the method most convenient for the operating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VS Code — Windows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Search Start for Visual Studio Code.</a:t>
            </a:r>
          </a:p>
          <a:p>
            <a:pPr>
              <a:defRPr sz="2200"/>
            </a:pPr>
            <a:r>
              <a:t>Or run: code --version</a:t>
            </a:r>
          </a:p>
          <a:p>
            <a:pPr>
              <a:defRPr sz="2200"/>
            </a:pPr>
            <a:r>
              <a:t>A version number indicates that VS Code is available.</a:t>
            </a:r>
          </a:p>
          <a:p>
            <a:pPr>
              <a:defRPr sz="2200"/>
            </a:pPr>
            <a:r>
              <a:t>If it is not installed, use the official VS Code download.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VS Code — macOS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Applications → Visual Studio Code.</a:t>
            </a:r>
          </a:p>
          <a:p>
            <a:pPr>
              <a:defRPr sz="2200"/>
            </a:pPr>
            <a:r>
              <a:t>Or use Spotlight with Command + Space.</a:t>
            </a:r>
          </a:p>
          <a:p>
            <a:pPr>
              <a:defRPr sz="2200"/>
            </a:pPr>
            <a:r>
              <a:t>You can also verify from Terminal with: code --version</a:t>
            </a:r>
          </a:p>
          <a:p>
            <a:pPr>
              <a:defRPr sz="2200"/>
            </a:pPr>
            <a:r>
              <a:t>Install from the official VS Code download page if unavailable.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5. MongoDB Community Server — What It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MongoDB Community Server is the actual MongoDB database server.</a:t>
            </a:r>
          </a:p>
          <a:p>
            <a:pPr>
              <a:defRPr sz="2200"/>
            </a:pPr>
            <a:r>
              <a:t>It is different from mongosh, which is the command-line shell.</a:t>
            </a:r>
          </a:p>
          <a:p>
            <a:pPr>
              <a:defRPr sz="2200"/>
            </a:pPr>
            <a:r>
              <a:t>It is also different from MongoDB Compass, which is the graphical user interface.</a:t>
            </a:r>
          </a:p>
          <a:p>
            <a:pPr>
              <a:defRPr sz="2200"/>
            </a:pPr>
            <a:r>
              <a:t>Treat these as separate components of the MongoDB environment.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MongoDB Server — Windows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PowerShell or Command Prompt.</a:t>
            </a:r>
          </a:p>
          <a:p>
            <a:pPr>
              <a:defRPr sz="2200"/>
            </a:pPr>
            <a:r>
              <a:t>Run: mongod --version</a:t>
            </a:r>
          </a:p>
          <a:p>
            <a:pPr>
              <a:defRPr sz="2200"/>
            </a:pPr>
            <a:r>
              <a:t>You can also check Settings → Apps → Installed apps.</a:t>
            </a:r>
          </a:p>
          <a:p>
            <a:pPr>
              <a:defRPr sz="2200"/>
            </a:pPr>
            <a:r>
              <a:t>Another installation check is the MongoDB Server installation directory under Program Files.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MongoDB Server — Windows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If MongoDB Server is not installed, use the official Community Server download.</a:t>
            </a:r>
          </a:p>
          <a:p>
            <a:pPr>
              <a:defRPr sz="2200"/>
            </a:pPr>
            <a:r>
              <a:t>The document recommends the MSI installer for Windows.</a:t>
            </a:r>
          </a:p>
          <a:p>
            <a:pPr>
              <a:defRPr sz="2200"/>
            </a:pPr>
            <a:r>
              <a:t>Use the ZIP package only when there is a specific reason to do so.</a:t>
            </a:r>
          </a:p>
          <a:p>
            <a:pPr>
              <a:defRPr sz="2200"/>
            </a:pPr>
            <a:r>
              <a:t>After installation, verify that the server installation is present.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6. MongoDB Shell (mongosh)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mongosh is the command-line shell used to interact with MongoDB.</a:t>
            </a:r>
          </a:p>
          <a:p>
            <a:pPr>
              <a:defRPr sz="2200"/>
            </a:pPr>
            <a:r>
              <a:t>It should not be confused with MongoDB Community Server.</a:t>
            </a:r>
          </a:p>
          <a:p>
            <a:pPr>
              <a:defRPr sz="2200"/>
            </a:pPr>
            <a:r>
              <a:t>It is also distinct from Compass, which provides a graphical interface.</a:t>
            </a:r>
          </a:p>
          <a:p>
            <a:pPr>
              <a:defRPr sz="2200"/>
            </a:pPr>
            <a:r>
              <a:t>The environment setup includes mongosh as a separate MongoDB component.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7. MongoDB Compass —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MongoDB Compass is MongoDB's graphical user interface.</a:t>
            </a:r>
          </a:p>
          <a:p>
            <a:pPr>
              <a:defRPr sz="2200"/>
            </a:pPr>
            <a:r>
              <a:t>It provides a visual way to interact with MongoDB.</a:t>
            </a:r>
          </a:p>
          <a:p>
            <a:pPr>
              <a:defRPr sz="2200"/>
            </a:pPr>
            <a:r>
              <a:t>mongosh provides the command-line interaction experience.</a:t>
            </a:r>
          </a:p>
          <a:p>
            <a:pPr>
              <a:defRPr sz="2200"/>
            </a:pPr>
            <a:r>
              <a:t>Both tools can be useful in a development and training environment.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Compass — Windows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Start → search for MongoDB Compass.</a:t>
            </a:r>
          </a:p>
          <a:p>
            <a:pPr>
              <a:defRPr sz="2200"/>
            </a:pPr>
            <a:r>
              <a:t>Alternatively, check Settings → Apps → Installed apps.</a:t>
            </a:r>
          </a:p>
          <a:p>
            <a:pPr>
              <a:defRPr sz="2200"/>
            </a:pPr>
            <a:r>
              <a:t>If Compass opens, it is already installed.</a:t>
            </a:r>
          </a:p>
          <a:p>
            <a:pPr>
              <a:defRPr sz="2200"/>
            </a:pPr>
            <a:r>
              <a:t>If it is missing, use the official Compass installation page.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Compass — macOS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Finder → Applications and look for MongoDB Compass.</a:t>
            </a:r>
          </a:p>
          <a:p>
            <a:pPr>
              <a:defRPr sz="2200"/>
            </a:pPr>
            <a:r>
              <a:t>Alternatively, use Spotlight with Command + Space.</a:t>
            </a:r>
          </a:p>
          <a:p>
            <a:pPr>
              <a:defRPr sz="2200"/>
            </a:pPr>
            <a:r>
              <a:t>If it opens, do not install it again.</a:t>
            </a:r>
          </a:p>
          <a:p>
            <a:pPr>
              <a:defRPr sz="2200"/>
            </a:pPr>
            <a:r>
              <a:t>Otherwise, use the official Compass installation instructions.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MongoDB Components — Keep Them Distinct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MongoDB Community Server → database server.</a:t>
            </a:r>
          </a:p>
          <a:p>
            <a:pPr>
              <a:defRPr sz="2200"/>
            </a:pPr>
            <a:r>
              <a:t>mongosh → command-line shell.</a:t>
            </a:r>
          </a:p>
          <a:p>
            <a:pPr>
              <a:defRPr sz="2200"/>
            </a:pPr>
            <a:r>
              <a:t>MongoDB Compass → graphical user interface.</a:t>
            </a:r>
          </a:p>
          <a:p>
            <a:pPr>
              <a:defRPr sz="2200"/>
            </a:pPr>
            <a:r>
              <a:t>Understanding the distinction prevents learners from installing the wrong component.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Final Verification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Verify every required tool after the installation process.</a:t>
            </a:r>
          </a:p>
          <a:p>
            <a:pPr>
              <a:defRPr sz="2200"/>
            </a:pPr>
            <a:r>
              <a:t>Confirm that the command-line tools return expected version information.</a:t>
            </a:r>
          </a:p>
          <a:p>
            <a:pPr>
              <a:defRPr sz="2200"/>
            </a:pPr>
            <a:r>
              <a:t>Confirm that GUI applications open successfully.</a:t>
            </a:r>
          </a:p>
          <a:p>
            <a:pPr>
              <a:defRPr sz="2200"/>
            </a:pPr>
            <a:r>
              <a:t>Do not treat installation alone as proof that the environment is ready.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Windows Verification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→ python --version or py --version</a:t>
            </a:r>
          </a:p>
          <a:p>
            <a:pPr>
              <a:defRPr sz="2200"/>
            </a:pPr>
            <a:r>
              <a:t>Git → git --version</a:t>
            </a:r>
          </a:p>
          <a:p>
            <a:pPr>
              <a:defRPr sz="2200"/>
            </a:pPr>
            <a:r>
              <a:t>GitHub Desktop → Start Menu / Installed Apps</a:t>
            </a:r>
          </a:p>
          <a:p>
            <a:pPr>
              <a:defRPr sz="2200"/>
            </a:pPr>
            <a:r>
              <a:t>VS Code → code --version or Start Menu</a:t>
            </a:r>
          </a:p>
          <a:p>
            <a:pPr>
              <a:defRPr sz="2200"/>
            </a:pPr>
            <a:r>
              <a:t>MongoDB Server → mongod --version / installation check</a:t>
            </a:r>
          </a:p>
          <a:p>
            <a:pPr>
              <a:defRPr sz="2200"/>
            </a:pPr>
            <a:r>
              <a:t>MongoDB Compass → Start Menu / Installed Apps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macOS Verification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→ python3 --version</a:t>
            </a:r>
          </a:p>
          <a:p>
            <a:pPr>
              <a:defRPr sz="2200"/>
            </a:pPr>
            <a:r>
              <a:t>Git → git --version</a:t>
            </a:r>
          </a:p>
          <a:p>
            <a:pPr>
              <a:defRPr sz="2200"/>
            </a:pPr>
            <a:r>
              <a:t>GitHub Desktop → Applications / Spotlight</a:t>
            </a:r>
          </a:p>
          <a:p>
            <a:pPr>
              <a:defRPr sz="2200"/>
            </a:pPr>
            <a:r>
              <a:t>VS Code → Applications / code --version</a:t>
            </a:r>
          </a:p>
          <a:p>
            <a:pPr>
              <a:defRPr sz="2200"/>
            </a:pPr>
            <a:r>
              <a:t>MongoDB Server → installation verification</a:t>
            </a:r>
          </a:p>
          <a:p>
            <a:pPr>
              <a:defRPr sz="2200"/>
            </a:pPr>
            <a:r>
              <a:t>MongoDB Compass → Applications / Spotlight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Installation Decision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Step 1 → Identify the tool.</a:t>
            </a:r>
          </a:p>
          <a:p>
            <a:pPr>
              <a:defRPr sz="2200"/>
            </a:pPr>
            <a:r>
              <a:t>Step 2 → Check whether it is already installed.</a:t>
            </a:r>
          </a:p>
          <a:p>
            <a:pPr>
              <a:defRPr sz="2200"/>
            </a:pPr>
            <a:r>
              <a:t>Step 3 → If available and working, do not reinstall.</a:t>
            </a:r>
          </a:p>
          <a:p>
            <a:pPr>
              <a:defRPr sz="2200"/>
            </a:pPr>
            <a:r>
              <a:t>Step 4 → If unavailable, use the official download/install path.</a:t>
            </a:r>
          </a:p>
          <a:p>
            <a:pPr>
              <a:defRPr sz="2200"/>
            </a:pPr>
            <a:r>
              <a:t>Step 5 → Verify again after installation.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Learner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t>□ Python verified</a:t>
            </a:r>
          </a:p>
          <a:p>
            <a:pPr>
              <a:defRPr sz="2200"/>
            </a:pPr>
            <a:r>
              <a:t>□ Git verified</a:t>
            </a:r>
          </a:p>
          <a:p>
            <a:pPr>
              <a:defRPr sz="2200"/>
            </a:pPr>
            <a:r>
              <a:t>□ GitHub Desktop checked</a:t>
            </a:r>
          </a:p>
          <a:p>
            <a:pPr>
              <a:defRPr sz="2200"/>
            </a:pPr>
            <a:r>
              <a:t>□ VS Code verified</a:t>
            </a:r>
          </a:p>
          <a:p>
            <a:pPr>
              <a:defRPr sz="2200"/>
            </a:pPr>
            <a:r>
              <a:t>□ MongoDB Community Server verified</a:t>
            </a:r>
          </a:p>
          <a:p>
            <a:pPr>
              <a:defRPr sz="2200"/>
            </a:pPr>
            <a:r>
              <a:t>□ MongoDB Shell (mongosh) accounted for</a:t>
            </a:r>
          </a:p>
          <a:p>
            <a:pPr>
              <a:defRPr sz="2200"/>
            </a:pPr>
            <a:r>
              <a:t>□ MongoDB Compass checked</a:t>
            </a:r>
          </a:p>
          <a:p>
            <a:pPr>
              <a:defRPr sz="2200"/>
            </a:pPr>
            <a:r>
              <a:t>□ Final verification completed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Environment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development environment is ready when each required component has been checked or installed.</a:t>
            </a:r>
          </a:p>
          <a:p>
            <a:pPr>
              <a:defRPr sz="2200"/>
            </a:pPr>
            <a:r>
              <a:t>The key habit is simple: verify first, install second, verify again.</a:t>
            </a:r>
          </a:p>
          <a:p>
            <a:pPr>
              <a:defRPr sz="2200"/>
            </a:pPr>
            <a:r>
              <a:t>This approach reduces duplicate installations and avoids unnecessary setup problems.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Official Installation Links —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for Windows: https://www.python.org/downloads/windows/</a:t>
            </a:r>
          </a:p>
          <a:p>
            <a:pPr>
              <a:defRPr sz="2200"/>
            </a:pPr>
            <a:r>
              <a:t>Python for macOS: https://www.python.org/downloads/macos/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Official Installation Links — Git &amp; GitHub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Git for Windows: https://git-scm.com/install/windows</a:t>
            </a:r>
          </a:p>
          <a:p>
            <a:pPr>
              <a:defRPr sz="2200"/>
            </a:pPr>
            <a:r>
              <a:t>Git Installation: https://git-scm.com/install/</a:t>
            </a:r>
          </a:p>
          <a:p>
            <a:pPr>
              <a:defRPr sz="2200"/>
            </a:pPr>
            <a:r>
              <a:t>GitHub Desktop: https://desktop.github.com/download/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Official Installation Links —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Visual Studio Code: https://code.visualstudio.com/download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Official Installation Links —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MongoDB Community Server: https://www.mongodb.com/try/download/community</a:t>
            </a:r>
          </a:p>
          <a:p>
            <a:pPr>
              <a:defRPr sz="2200"/>
            </a:pPr>
            <a:r>
              <a:t>MongoDB Compass Installation: https://www.mongodb.com/docs/compass/install/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Theme</Template>
  <TotalTime>2</TotalTime>
  <Words>1526</Words>
  <Application>Microsoft Office PowerPoint</Application>
  <PresentationFormat>Widescreen</PresentationFormat>
  <Paragraphs>178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IBM Plex Sans</vt:lpstr>
      <vt:lpstr>Quicksand</vt:lpstr>
      <vt:lpstr>ABC Final Theme</vt:lpstr>
      <vt:lpstr>Training Development Environment Setup</vt:lpstr>
      <vt:lpstr>Recommended Installation Order</vt:lpstr>
      <vt:lpstr>Core Principle: Check Before Installing</vt:lpstr>
      <vt:lpstr>Windows vs macOS</vt:lpstr>
      <vt:lpstr>1. Python — Why It Comes First</vt:lpstr>
      <vt:lpstr>Python — Windows Verification</vt:lpstr>
      <vt:lpstr>Python — Windows Installation</vt:lpstr>
      <vt:lpstr>Python — macOS Verification</vt:lpstr>
      <vt:lpstr>2. Git — Role in the Environment</vt:lpstr>
      <vt:lpstr>Git — Windows Verification</vt:lpstr>
      <vt:lpstr>Git — Windows Installation</vt:lpstr>
      <vt:lpstr>Git — macOS Verification</vt:lpstr>
      <vt:lpstr>3. GitHub Desktop — Role</vt:lpstr>
      <vt:lpstr>GitHub Desktop — Windows Check</vt:lpstr>
      <vt:lpstr>GitHub Desktop — macOS Check</vt:lpstr>
      <vt:lpstr>4. Visual Studio Code — Role</vt:lpstr>
      <vt:lpstr>VS Code — Windows Verification</vt:lpstr>
      <vt:lpstr>VS Code — macOS Verification</vt:lpstr>
      <vt:lpstr>5. MongoDB Community Server — What It Is</vt:lpstr>
      <vt:lpstr>MongoDB Server — Windows Verification</vt:lpstr>
      <vt:lpstr>MongoDB Server — Windows Installation</vt:lpstr>
      <vt:lpstr>6. MongoDB Shell (mongosh)</vt:lpstr>
      <vt:lpstr>7. MongoDB Compass — Role</vt:lpstr>
      <vt:lpstr>Compass — Windows Check</vt:lpstr>
      <vt:lpstr>Compass — macOS Check</vt:lpstr>
      <vt:lpstr>MongoDB Components — Keep Them Distinct</vt:lpstr>
      <vt:lpstr>Final Verification Strategy</vt:lpstr>
      <vt:lpstr>Windows Verification Checklist</vt:lpstr>
      <vt:lpstr>macOS Verification Checklist</vt:lpstr>
      <vt:lpstr>Installation Decision Flow</vt:lpstr>
      <vt:lpstr>Learner Checklist</vt:lpstr>
      <vt:lpstr>Environment Ready</vt:lpstr>
      <vt:lpstr>Official Installation Links — Python</vt:lpstr>
      <vt:lpstr>Official Installation Links — Git &amp; GitHub Desktop</vt:lpstr>
      <vt:lpstr>Official Installation Links — VS Code</vt:lpstr>
      <vt:lpstr>Official Installation Links — MongoDB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Rakesh Kr</cp:lastModifiedBy>
  <cp:revision>3</cp:revision>
  <dcterms:created xsi:type="dcterms:W3CDTF">2013-01-27T09:14:16Z</dcterms:created>
  <dcterms:modified xsi:type="dcterms:W3CDTF">2026-09-21T02:44:38Z</dcterms:modified>
  <cp:category/>
</cp:coreProperties>
</file>